
<file path=[Content_Types].xml><?xml version="1.0" encoding="utf-8"?>
<Types xmlns="http://schemas.openxmlformats.org/package/2006/content-types">
  <Default Extension="jpeg" ContentType="image/jpeg"/>
  <Default Extension="jp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61" r:id="rId4"/>
    <p:sldId id="258" r:id="rId5"/>
    <p:sldId id="262" r:id="rId6"/>
    <p:sldId id="263" r:id="rId7"/>
    <p:sldId id="259" r:id="rId8"/>
    <p:sldId id="264" r:id="rId9"/>
    <p:sldId id="266" r:id="rId10"/>
    <p:sldId id="267" r:id="rId11"/>
    <p:sldId id="268" r:id="rId12"/>
    <p:sldId id="269" r:id="rId13"/>
    <p:sldId id="265" r:id="rId14"/>
    <p:sldId id="270" r:id="rId15"/>
    <p:sldId id="260" r:id="rId16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83" autoAdjust="0"/>
    <p:restoredTop sz="94681"/>
  </p:normalViewPr>
  <p:slideViewPr>
    <p:cSldViewPr snapToGrid="0" snapToObjects="1">
      <p:cViewPr>
        <p:scale>
          <a:sx n="61" d="100"/>
          <a:sy n="61" d="100"/>
        </p:scale>
        <p:origin x="1460" y="2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9/24/2025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57250" y="1676400"/>
            <a:ext cx="2857500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 defTabSz="914400">
              <a:lnSpc>
                <a:spcPct val="90000"/>
              </a:lnSpc>
            </a:pPr>
            <a: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CS 59300 Application of Deep Learning</a:t>
            </a:r>
            <a:b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</a:br>
            <a: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Course Project</a:t>
            </a:r>
            <a:b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</a:br>
            <a:b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</a:br>
            <a: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Video Transcript Generator for Lecture Recordings</a:t>
            </a:r>
            <a:b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</a:br>
            <a:r>
              <a:rPr lang="en-US" sz="2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- Requirements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0E5BA7BF-EB85-00E9-D363-3E9688C0ACBC}"/>
              </a:ext>
            </a:extLst>
          </p:cNvPr>
          <p:cNvSpPr txBox="1">
            <a:spLocks/>
          </p:cNvSpPr>
          <p:nvPr/>
        </p:nvSpPr>
        <p:spPr>
          <a:xfrm>
            <a:off x="5943600" y="2650018"/>
            <a:ext cx="2857500" cy="1557963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914400">
              <a:lnSpc>
                <a:spcPct val="90000"/>
              </a:lnSpc>
            </a:pPr>
            <a:r>
              <a:rPr lang="en-US" sz="2000" b="1" dirty="0"/>
              <a:t>Team Members</a:t>
            </a:r>
          </a:p>
          <a:p>
            <a:pPr algn="l" defTabSz="914400">
              <a:lnSpc>
                <a:spcPct val="90000"/>
              </a:lnSpc>
            </a:pPr>
            <a:r>
              <a:rPr lang="en-US" sz="2000" dirty="0" err="1"/>
              <a:t>Pradhap</a:t>
            </a:r>
            <a:r>
              <a:rPr lang="en-US" sz="2000" dirty="0"/>
              <a:t> Rajamani</a:t>
            </a:r>
          </a:p>
          <a:p>
            <a:pPr algn="l" defTabSz="914400">
              <a:lnSpc>
                <a:spcPct val="90000"/>
              </a:lnSpc>
            </a:pPr>
            <a:r>
              <a:rPr lang="en-US" sz="2000" dirty="0"/>
              <a:t>Dheeraj </a:t>
            </a:r>
            <a:r>
              <a:rPr lang="en-US" sz="2000" dirty="0" err="1"/>
              <a:t>Kandikattu</a:t>
            </a:r>
            <a:endParaRPr lang="en-US" sz="2000" dirty="0"/>
          </a:p>
          <a:p>
            <a:pPr algn="l" defTabSz="914400">
              <a:lnSpc>
                <a:spcPct val="90000"/>
              </a:lnSpc>
            </a:pPr>
            <a:r>
              <a:rPr lang="en-US" sz="2000" dirty="0"/>
              <a:t>Isha Pawar</a:t>
            </a:r>
          </a:p>
          <a:p>
            <a:pPr algn="l" defTabSz="914400">
              <a:lnSpc>
                <a:spcPct val="90000"/>
              </a:lnSpc>
            </a:pPr>
            <a:r>
              <a:rPr lang="en-US" sz="2000" dirty="0"/>
              <a:t>Dakshesh Gandhe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0223" y="3083268"/>
            <a:ext cx="2857500" cy="691461"/>
          </a:xfrm>
        </p:spPr>
        <p:txBody>
          <a:bodyPr anchor="t">
            <a:normAutofit/>
          </a:bodyPr>
          <a:lstStyle/>
          <a:p>
            <a:r>
              <a:rPr lang="en-IN" sz="3600" dirty="0"/>
              <a:t>Overview</a:t>
            </a:r>
            <a:endParaRPr lang="en-IN" sz="35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3F153CD-1A75-1D5A-FC0E-BE7704D8B44A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572001" y="2136338"/>
            <a:ext cx="4190590" cy="25853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Desktop app to auto-generate English transcripts &amp; subtitles for lecture recording</a:t>
            </a:r>
            <a:endParaRPr lang="en-US" altLang="en-US" sz="1800" dirty="0">
              <a:latin typeface="Arial" panose="020B0604020202020204" pitchFamily="34" charset="0"/>
            </a:endParaRP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kumimoji="0" lang="en-US" altLang="en-US" sz="18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Secondary goal: Web app with similar features</a:t>
            </a:r>
          </a:p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endParaRPr kumimoji="0" lang="en-US" altLang="en-US" sz="18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Benefits: Accessibility, learning support, reduce manual effort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B05AA73-9F00-B724-28DF-432771B9D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54BA49C-6758-AE20-2B52-5BE95C26B3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A7619AC-6403-3260-3DB9-9A44D7BF8EB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9712BD8-920C-0C99-9EDF-3F5EF2EFE3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8EFE022-36BB-4033-9DD7-C772D29BF8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E75C3F7-3E76-3E36-5696-E0DE91BACC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11D754FE-E417-6BE9-E227-29A03D9AC9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496B82E-044A-E033-D9B6-1BF4C0E6D0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62035" y="3083269"/>
            <a:ext cx="6619930" cy="691461"/>
          </a:xfrm>
        </p:spPr>
        <p:txBody>
          <a:bodyPr anchor="t">
            <a:noAutofit/>
          </a:bodyPr>
          <a:lstStyle/>
          <a:p>
            <a:r>
              <a:rPr lang="en-IN" sz="4800" dirty="0"/>
              <a:t>Functional Requirements</a:t>
            </a:r>
          </a:p>
        </p:txBody>
      </p:sp>
    </p:spTree>
    <p:extLst>
      <p:ext uri="{BB962C8B-B14F-4D97-AF65-F5344CB8AC3E}">
        <p14:creationId xmlns:p14="http://schemas.microsoft.com/office/powerpoint/2010/main" val="140075132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2496747"/>
            <a:ext cx="2857500" cy="1864505"/>
          </a:xfrm>
        </p:spPr>
        <p:txBody>
          <a:bodyPr anchor="t">
            <a:normAutofit/>
          </a:bodyPr>
          <a:lstStyle/>
          <a:p>
            <a:r>
              <a:rPr lang="en-US" sz="3600" u="sng" dirty="0"/>
              <a:t>Must-Have</a:t>
            </a:r>
            <a:br>
              <a:rPr lang="en-US" sz="3600" dirty="0"/>
            </a:br>
            <a:r>
              <a:rPr lang="en-US" sz="3600" dirty="0"/>
              <a:t>Functional Requirements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264DC84-81B8-106B-1D63-B04DCD858D4F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398291" y="1582339"/>
            <a:ext cx="4402809" cy="36933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Installer package for Windows/Mac(.exe/.app)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Popup window to select source &amp; destination folders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Extract audio from videos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Generate English transcripts (AI model e.g., Whisper)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Create subtitle files (SRT/ASS) with proper timing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Embed subtitles into video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Save processed videos &amp; transcripts in destination folder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Completion notification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A303253-1FA0-6598-D560-0659514E9E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0F2E414-B2A0-2B9D-46B5-668802D062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CA7BEC7-D5CD-D110-473E-B70CE76A52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0B2F95A-1DE9-13C1-5C0D-B042905910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0919B6A-D9E5-A4D8-F70F-8CDFF918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3CAF4B9-D84A-1C2E-D75C-7F7EC9F09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8A7940A5-4A10-49CA-A983-C2A10940CBA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63F8B5-6E52-ADD4-D197-5C78224C7B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7250" y="2496747"/>
            <a:ext cx="2857500" cy="1864505"/>
          </a:xfrm>
        </p:spPr>
        <p:txBody>
          <a:bodyPr anchor="t">
            <a:normAutofit/>
          </a:bodyPr>
          <a:lstStyle/>
          <a:p>
            <a:r>
              <a:rPr lang="en-US" sz="3600" u="sng" dirty="0"/>
              <a:t>Nice-To-Have</a:t>
            </a:r>
            <a:br>
              <a:rPr lang="en-US" sz="3600" dirty="0"/>
            </a:br>
            <a:r>
              <a:rPr lang="en-US" sz="3600" dirty="0"/>
              <a:t>Functional Requirements</a:t>
            </a:r>
          </a:p>
        </p:txBody>
      </p:sp>
      <p:sp>
        <p:nvSpPr>
          <p:cNvPr id="3" name="Rectangle 1">
            <a:extLst>
              <a:ext uri="{FF2B5EF4-FFF2-40B4-BE49-F238E27FC236}">
                <a16:creationId xmlns:a16="http://schemas.microsoft.com/office/drawing/2014/main" id="{C38EA4C3-F25C-7A05-FB63-5CA632A10DAF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572000" y="2551838"/>
            <a:ext cx="4229099" cy="17543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Subtitle customization (font, size, color)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Web app version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Option to download subtitles separately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Multi-language support (future)</a:t>
            </a:r>
          </a:p>
        </p:txBody>
      </p:sp>
    </p:spTree>
    <p:extLst>
      <p:ext uri="{BB962C8B-B14F-4D97-AF65-F5344CB8AC3E}">
        <p14:creationId xmlns:p14="http://schemas.microsoft.com/office/powerpoint/2010/main" val="341119153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850DB2B-11AC-C7FA-AA74-4ECFF4C0ED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0A3017A6-137C-BC93-4A33-5FDA6749FF0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611FFB1-6C62-E1E8-6289-EEEEE92058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AB3A97A-B0B8-B28A-53A5-0A77FE26D4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09EA89D-80D9-42A7-3459-0BA21BC365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8D86CB9-12E8-54E5-E31E-2A48E871F7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00AF9EF2-3E4E-70DE-99D1-6BDFE5E192D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08FF098-A7E1-2680-4D17-E0FEEA54C2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62035" y="2737538"/>
            <a:ext cx="6619930" cy="691461"/>
          </a:xfrm>
        </p:spPr>
        <p:txBody>
          <a:bodyPr anchor="t">
            <a:noAutofit/>
          </a:bodyPr>
          <a:lstStyle/>
          <a:p>
            <a:r>
              <a:rPr lang="en-IN" sz="4800" dirty="0"/>
              <a:t>Non-Functional Requirements</a:t>
            </a:r>
          </a:p>
        </p:txBody>
      </p:sp>
    </p:spTree>
    <p:extLst>
      <p:ext uri="{BB962C8B-B14F-4D97-AF65-F5344CB8AC3E}">
        <p14:creationId xmlns:p14="http://schemas.microsoft.com/office/powerpoint/2010/main" val="113551401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2800677"/>
            <a:ext cx="2857500" cy="1296706"/>
          </a:xfrm>
        </p:spPr>
        <p:txBody>
          <a:bodyPr anchor="t">
            <a:normAutofit fontScale="90000"/>
          </a:bodyPr>
          <a:lstStyle/>
          <a:p>
            <a:r>
              <a:rPr lang="en-IN" sz="3500" dirty="0"/>
              <a:t>Non-Functional Requirements</a:t>
            </a: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3DF84216-2D2D-969A-C67D-42CA84ABE899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362994" y="2547888"/>
            <a:ext cx="4438106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Local execution (no external upload → ensures privacy)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Supports common formats (.mp4, .</a:t>
            </a:r>
            <a:r>
              <a:rPr kumimoji="0" lang="en-US" altLang="en-US" sz="1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mkv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, .</a:t>
            </a:r>
            <a:r>
              <a:rPr kumimoji="0" lang="en-US" altLang="en-US" sz="1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avi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Reasonable processing time (depends on system resources)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Simple, user-friendly UI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Data privacy &amp; offline functionality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8680BBF-1736-51DF-BA16-22C5C0BB5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93DAFFAA-7911-2D0E-1B79-51441E778B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51DA7DA-C34F-350E-7557-55540AE123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F17EF7-E9B2-6ED9-296B-3013914E7A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7CC698B-95E3-3A14-3A95-DA6A0ED107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AC8EAB9-7215-39E0-3982-41D59F9C67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8BDBD97C-B5CB-A696-7B63-2774A9ECB5A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2DA0C4A-1E46-64F7-C27B-62E034DA7C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7250" y="3024051"/>
            <a:ext cx="2857500" cy="809897"/>
          </a:xfrm>
        </p:spPr>
        <p:txBody>
          <a:bodyPr anchor="t">
            <a:normAutofit/>
          </a:bodyPr>
          <a:lstStyle/>
          <a:p>
            <a:r>
              <a:rPr lang="en-IN" sz="3500" dirty="0"/>
              <a:t>Workflow</a:t>
            </a:r>
          </a:p>
        </p:txBody>
      </p:sp>
      <p:sp>
        <p:nvSpPr>
          <p:cNvPr id="3" name="Rectangle 1">
            <a:extLst>
              <a:ext uri="{FF2B5EF4-FFF2-40B4-BE49-F238E27FC236}">
                <a16:creationId xmlns:a16="http://schemas.microsoft.com/office/drawing/2014/main" id="{C326BD37-2E29-51D7-751A-0C939A8D3055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572000" y="1859337"/>
            <a:ext cx="4229100" cy="31393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Install app via installer(.exe/.app)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UI: select source + destination (optional: subtitle customization)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Submit → extract audio → generate transcript → embed subtitles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Save outputs in destination folder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Notify user on completion</a:t>
            </a:r>
          </a:p>
        </p:txBody>
      </p:sp>
    </p:spTree>
    <p:extLst>
      <p:ext uri="{BB962C8B-B14F-4D97-AF65-F5344CB8AC3E}">
        <p14:creationId xmlns:p14="http://schemas.microsoft.com/office/powerpoint/2010/main" val="230318441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04BB29C-C1B9-0884-9B45-49A7FB91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EE61D2E1-7DCD-416D-3E0D-F5765A6FCC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B1775A1-2EA2-BC71-D464-04778E982D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4591892-1E76-AA9E-0F80-EB6EB9F6F3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AB78BE7-D946-7A67-F553-1329590B24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059071-DF2B-81D0-69F9-EA2EF8B5C7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8FE897B6-5143-4BEB-8F9C-977EE5F2669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56CF94-5468-6358-368A-F487EE3FC3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04113" y="2936855"/>
            <a:ext cx="7335774" cy="984289"/>
          </a:xfrm>
        </p:spPr>
        <p:txBody>
          <a:bodyPr anchor="t">
            <a:normAutofit/>
          </a:bodyPr>
          <a:lstStyle/>
          <a:p>
            <a:r>
              <a:rPr lang="en-US" sz="3600" dirty="0"/>
              <a:t>Early Design of Desktop Application</a:t>
            </a:r>
            <a:endParaRPr lang="en-IN" sz="3500" dirty="0"/>
          </a:p>
        </p:txBody>
      </p:sp>
    </p:spTree>
    <p:extLst>
      <p:ext uri="{BB962C8B-B14F-4D97-AF65-F5344CB8AC3E}">
        <p14:creationId xmlns:p14="http://schemas.microsoft.com/office/powerpoint/2010/main" val="40969946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D53AD4F-9C14-4CD1-1D8B-9AE364F7B2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10B9EE6-64C2-1B56-C400-7E63606481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C19A404-0E98-8E83-34C9-8035ECD42D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E41FE6D-C6B9-8B12-DDF7-3C731DE39E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0ACEC15-C8B8-61CD-A44E-75FA9E803C8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5309748-CF3F-860B-D584-7E45AE12F06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37517CFF-F554-E02C-BD35-935EDBEC967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6" name="Picture 5" descr="A screenshot of a video transcribing generator&#10;&#10;AI-generated content may be incorrect.">
            <a:extLst>
              <a:ext uri="{FF2B5EF4-FFF2-40B4-BE49-F238E27FC236}">
                <a16:creationId xmlns:a16="http://schemas.microsoft.com/office/drawing/2014/main" id="{5BFE2B05-89E0-BA30-363A-98F120FF45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2901" y="990600"/>
            <a:ext cx="8458200" cy="487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353215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B7C650E-8A4F-2371-DBC7-2387C19140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8A28995-F2D9-E36E-D49B-BC992555162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9979580-266E-456A-A24E-7E35483343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EF3DE8F-B140-CE34-B046-876F2EB31A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387976C1-B27C-0EEA-E213-726061A26D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A4218A98-489D-7C5A-0076-7E39221B57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89A89569-E05E-C074-45F1-3C7EDD7585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E5A17E1-F063-72DF-93FD-56A74C4A717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342901" y="990600"/>
            <a:ext cx="8458200" cy="487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734263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2796568-AD34-B2DE-A072-947B65AFA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E5CB729-760E-22D3-BD0C-B68F80A85A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C8076C2-C06E-ECB7-C417-F84F5C88E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D796644-AE16-1F85-645F-41CD6032C8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4DC9377-B607-2759-C3F7-88DFFA29230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ACD7D85-9A3B-2545-A539-8BC8B9F747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5A04D0C3-5039-74F1-2E92-71DBAD1373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7E1E77D-B3F4-A1C7-13DF-C29F5FCFDF4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342900" y="990600"/>
            <a:ext cx="8458200" cy="487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13050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4712BFE-D244-A4AF-463C-A27154C76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333BB1A-C398-A502-3D4D-81DE3EC75F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0F993A2-614E-0006-F016-E5295AF673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1BBDD37-58C1-E7DE-565B-2196E8584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8927F132-F3B0-5FFE-AD5C-80C5C94EC6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1867B61-F78F-628C-B287-81BF631215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404F090A-17D7-8EF7-7772-E4CD3553AE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421882-2F0A-7C63-6D9B-9D4B9E2320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8700" y="2905830"/>
            <a:ext cx="2857500" cy="1046335"/>
          </a:xfrm>
        </p:spPr>
        <p:txBody>
          <a:bodyPr anchor="t">
            <a:normAutofit fontScale="90000"/>
          </a:bodyPr>
          <a:lstStyle/>
          <a:p>
            <a:r>
              <a:rPr lang="en-IN" sz="3500" dirty="0"/>
              <a:t>Expected Challenges</a:t>
            </a: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4A8E7739-DA1A-4E85-1EA0-6E00C3F8E8A4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572000" y="2413334"/>
            <a:ext cx="4229100" cy="2031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Large video file handling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Technical/CS term transcription accuracy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Subtitle synchronization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Balancing processing speed vs accuracy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System dependency (RAM, CPU)</a:t>
            </a:r>
          </a:p>
        </p:txBody>
      </p:sp>
    </p:spTree>
    <p:extLst>
      <p:ext uri="{BB962C8B-B14F-4D97-AF65-F5344CB8AC3E}">
        <p14:creationId xmlns:p14="http://schemas.microsoft.com/office/powerpoint/2010/main" val="344694806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BB19182-496E-C769-E401-A5E3B83CFF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B8266A8-FB6A-FA01-99BC-7C286A7E6DF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F10344C-1FBC-D5A9-39F4-E30985B70A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5D0CD1D-A303-5DCC-A60F-9A5B0E3207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C73ADDD-BC36-99B4-8A18-5ABFD05DEE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FF0F7A8-D895-F09C-7D69-B44B4A720D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74CAAFE7-298C-3AF8-F52A-A6F11F67E6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2630E15-CD6F-8A51-6FED-707C6E63A4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71224" y="2905828"/>
            <a:ext cx="2857500" cy="1046335"/>
          </a:xfrm>
        </p:spPr>
        <p:txBody>
          <a:bodyPr anchor="t">
            <a:normAutofit fontScale="90000"/>
          </a:bodyPr>
          <a:lstStyle/>
          <a:p>
            <a:r>
              <a:rPr lang="en-US" sz="3600" dirty="0"/>
              <a:t>Main Tasks Before Midterm Review</a:t>
            </a:r>
            <a:endParaRPr lang="en-IN" sz="3500" dirty="0"/>
          </a:p>
        </p:txBody>
      </p:sp>
      <p:sp>
        <p:nvSpPr>
          <p:cNvPr id="3" name="Rectangle 1">
            <a:extLst>
              <a:ext uri="{FF2B5EF4-FFF2-40B4-BE49-F238E27FC236}">
                <a16:creationId xmlns:a16="http://schemas.microsoft.com/office/drawing/2014/main" id="{50441DF1-D74C-8ABB-0D3B-FC512F34E740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211465" y="1582341"/>
            <a:ext cx="4589635" cy="36933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Finalize AI model (Whisper or alternative)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Build basic desktop app UI (</a:t>
            </a:r>
            <a:r>
              <a:rPr kumimoji="0" lang="en-US" altLang="en-US" sz="1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Tkinter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/</a:t>
            </a:r>
            <a:r>
              <a:rPr kumimoji="0" lang="en-US" altLang="en-US" sz="1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PyQt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Implement audio extraction + transcription pipeline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Test end-to-end workflow </a:t>
            </a:r>
          </a:p>
          <a:p>
            <a:pPr marL="0" indent="0" defTabSz="914400" eaLnBrk="0" fontAlgn="base" hangingPunct="0">
              <a:spcBef>
                <a:spcPct val="0"/>
              </a:spcBef>
              <a:spcAft>
                <a:spcPct val="0"/>
              </a:spcAft>
              <a:buNone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(Input → Transcript → Subtitles → Output)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Upload requirements &amp; slides to GitHub repo (requirements folder)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Upload source code &amp; installer package to GitHub</a:t>
            </a:r>
          </a:p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Invite instructor to repository</a:t>
            </a:r>
          </a:p>
        </p:txBody>
      </p:sp>
    </p:spTree>
    <p:extLst>
      <p:ext uri="{BB962C8B-B14F-4D97-AF65-F5344CB8AC3E}">
        <p14:creationId xmlns:p14="http://schemas.microsoft.com/office/powerpoint/2010/main" val="94482523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22F41E-DC4C-D78E-5DE6-C2EBC70CAE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3573" y="1676400"/>
            <a:ext cx="7476853" cy="3505200"/>
          </a:xfrm>
        </p:spPr>
        <p:txBody>
          <a:bodyPr anchor="t">
            <a:normAutofit/>
          </a:bodyPr>
          <a:lstStyle/>
          <a:p>
            <a:br>
              <a:rPr lang="en-IN" sz="3500" dirty="0"/>
            </a:br>
            <a:br>
              <a:rPr lang="en-IN" sz="3500" dirty="0"/>
            </a:br>
            <a:br>
              <a:rPr lang="en-IN" sz="3500" dirty="0"/>
            </a:br>
            <a:r>
              <a:rPr lang="en-IN" sz="3500" dirty="0"/>
              <a:t>THANK YOU!!!</a:t>
            </a:r>
          </a:p>
        </p:txBody>
      </p:sp>
    </p:spTree>
    <p:extLst>
      <p:ext uri="{BB962C8B-B14F-4D97-AF65-F5344CB8AC3E}">
        <p14:creationId xmlns:p14="http://schemas.microsoft.com/office/powerpoint/2010/main" val="264647010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Video_Transcript_Generator_Presentation</Template>
  <TotalTime>33</TotalTime>
  <Words>338</Words>
  <Application>Microsoft Office PowerPoint</Application>
  <PresentationFormat>On-screen Show (4:3)</PresentationFormat>
  <Paragraphs>61</Paragraphs>
  <Slides>15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15</vt:i4>
      </vt:variant>
    </vt:vector>
  </HeadingPairs>
  <TitlesOfParts>
    <vt:vector size="18" baseType="lpstr">
      <vt:lpstr>Arial</vt:lpstr>
      <vt:lpstr>Calibri</vt:lpstr>
      <vt:lpstr>Office Theme</vt:lpstr>
      <vt:lpstr>CS 59300 Application of Deep Learning Course Project  Video Transcript Generator for Lecture Recordings - Requirements</vt:lpstr>
      <vt:lpstr>Overview</vt:lpstr>
      <vt:lpstr>Functional Requirements</vt:lpstr>
      <vt:lpstr>Must-Have Functional Requirements</vt:lpstr>
      <vt:lpstr>Nice-To-Have Functional Requirements</vt:lpstr>
      <vt:lpstr>Non-Functional Requirements</vt:lpstr>
      <vt:lpstr>Non-Functional Requirements</vt:lpstr>
      <vt:lpstr>Workflow</vt:lpstr>
      <vt:lpstr>Early Design of Desktop Application</vt:lpstr>
      <vt:lpstr>PowerPoint Presentation</vt:lpstr>
      <vt:lpstr>PowerPoint Presentation</vt:lpstr>
      <vt:lpstr>PowerPoint Presentation</vt:lpstr>
      <vt:lpstr>Expected Challenges</vt:lpstr>
      <vt:lpstr>Main Tasks Before Midterm Review</vt:lpstr>
      <vt:lpstr>   THANK YOU!!!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Dakshesh Gandhe</dc:creator>
  <cp:keywords/>
  <dc:description>generated using python-pptx</dc:description>
  <cp:lastModifiedBy>Dakshesh Gandhe</cp:lastModifiedBy>
  <cp:revision>5</cp:revision>
  <dcterms:created xsi:type="dcterms:W3CDTF">2025-09-24T13:57:56Z</dcterms:created>
  <dcterms:modified xsi:type="dcterms:W3CDTF">2025-09-24T17:39:48Z</dcterms:modified>
  <cp:category/>
</cp:coreProperties>
</file>